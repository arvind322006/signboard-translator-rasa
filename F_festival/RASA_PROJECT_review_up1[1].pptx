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-276" y="-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400858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xmlns="" id="{0A28C055-4752-64AB-2953-50827C985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>
            <a:extLst>
              <a:ext uri="{FF2B5EF4-FFF2-40B4-BE49-F238E27FC236}">
                <a16:creationId xmlns:a16="http://schemas.microsoft.com/office/drawing/2014/main" xmlns="" id="{CF555EAC-B4FA-4AC7-CC96-29E67C0719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6:notes">
            <a:extLst>
              <a:ext uri="{FF2B5EF4-FFF2-40B4-BE49-F238E27FC236}">
                <a16:creationId xmlns:a16="http://schemas.microsoft.com/office/drawing/2014/main" xmlns="" id="{A159F709-D7FE-74D8-6D7F-E996636E7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61598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8abe758a3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g28abe758a3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ache.org/licenses/LICENSE-2.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2567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dirty="0"/>
              <a:t>FOSS PROJECT DEMO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5717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-US" dirty="0"/>
              <a:t>Conversational AI Signboard Translator with Rasa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INTRODUCTION OF TOOL - RASA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122295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just">
              <a:spcAft>
                <a:spcPts val="1200"/>
              </a:spcAft>
              <a:buNone/>
            </a:pPr>
            <a:r>
              <a:rPr lang="en-IN" b="1" dirty="0"/>
              <a:t>Rasa</a:t>
            </a:r>
            <a:r>
              <a:rPr lang="en-IN" dirty="0"/>
              <a:t> - Open-source conversational AI framework.</a:t>
            </a:r>
          </a:p>
          <a:p>
            <a:pPr marL="0" lvl="0" indent="0" algn="just">
              <a:spcAft>
                <a:spcPts val="1200"/>
              </a:spcAft>
              <a:buNone/>
            </a:pPr>
            <a:r>
              <a:rPr lang="en-US" dirty="0"/>
              <a:t>Provides tools for </a:t>
            </a:r>
            <a:r>
              <a:rPr lang="en-US" b="1" dirty="0"/>
              <a:t>Natural Language Understanding (NLU)</a:t>
            </a:r>
            <a:r>
              <a:rPr lang="en-US" dirty="0"/>
              <a:t> and </a:t>
            </a:r>
            <a:r>
              <a:rPr lang="en-US" b="1" dirty="0"/>
              <a:t>Dialogue Management</a:t>
            </a:r>
            <a:r>
              <a:rPr lang="en-US" dirty="0"/>
              <a:t>.</a:t>
            </a:r>
          </a:p>
          <a:p>
            <a:pPr marL="0" lvl="0" indent="0" algn="just">
              <a:spcAft>
                <a:spcPts val="1200"/>
              </a:spcAft>
              <a:buNone/>
            </a:pPr>
            <a:r>
              <a:rPr lang="en-US" dirty="0"/>
              <a:t>Used widely for building </a:t>
            </a:r>
            <a:r>
              <a:rPr lang="en-US" b="1" dirty="0"/>
              <a:t>AI-powered apps</a:t>
            </a:r>
            <a:r>
              <a:rPr lang="en-US" dirty="0"/>
              <a:t> that understand multi-language queries.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lang="en-IN" dirty="0"/>
              <a:t>Builds chatbots &amp; virtual assistants.</a:t>
            </a:r>
            <a:endParaRPr lang="en-US" dirty="0"/>
          </a:p>
          <a:p>
            <a:pPr marL="0" lvl="0" indent="0" algn="just">
              <a:spcAft>
                <a:spcPts val="1200"/>
              </a:spcAft>
              <a:buNone/>
            </a:pPr>
            <a:r>
              <a:rPr lang="en-US" dirty="0"/>
              <a:t>In this project, Rasa acts as the </a:t>
            </a:r>
            <a:r>
              <a:rPr lang="en-US" b="1" dirty="0"/>
              <a:t>core AI assistant</a:t>
            </a:r>
            <a:r>
              <a:rPr lang="en-US" dirty="0"/>
              <a:t> for translation and user interaction.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AD73306-ACE2-5704-76F4-0A0CA1600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8819" y="-17224"/>
            <a:ext cx="4015181" cy="20698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LICENSES OF THE TOOL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>
              <a:spcAft>
                <a:spcPts val="1200"/>
              </a:spcAft>
              <a:buNone/>
            </a:pPr>
            <a:r>
              <a:rPr lang="en-US" dirty="0"/>
              <a:t>Rasa Open Source is released under the </a:t>
            </a:r>
            <a:r>
              <a:rPr lang="en-US" b="1" dirty="0">
                <a:hlinkClick r:id="rId3"/>
              </a:rPr>
              <a:t>Apache 2.0 License</a:t>
            </a:r>
            <a:r>
              <a:rPr lang="en-US" dirty="0"/>
              <a:t>.</a:t>
            </a:r>
          </a:p>
          <a:p>
            <a:pPr marL="0" lvl="0" indent="0" algn="just">
              <a:spcAft>
                <a:spcPts val="1200"/>
              </a:spcAft>
              <a:buNone/>
            </a:pPr>
            <a:r>
              <a:rPr lang="en-IN" dirty="0"/>
              <a:t>This license allows:</a:t>
            </a:r>
          </a:p>
          <a:p>
            <a:pPr marL="0" lvl="0" indent="0" algn="just">
              <a:spcAft>
                <a:spcPts val="1200"/>
              </a:spcAft>
              <a:buNone/>
            </a:pPr>
            <a:r>
              <a:rPr lang="en-IN" dirty="0"/>
              <a:t>	- </a:t>
            </a:r>
            <a:r>
              <a:rPr lang="en-US" dirty="0"/>
              <a:t>Free usage, modification, and distribution.</a:t>
            </a:r>
          </a:p>
          <a:p>
            <a:pPr marL="0" lvl="0" indent="0" algn="just">
              <a:spcAft>
                <a:spcPts val="1200"/>
              </a:spcAft>
              <a:buNone/>
            </a:pPr>
            <a:r>
              <a:rPr lang="en-US" dirty="0"/>
              <a:t>	- </a:t>
            </a:r>
            <a:r>
              <a:rPr lang="en-IN" dirty="0"/>
              <a:t>Commercial and academic use.</a:t>
            </a:r>
          </a:p>
          <a:p>
            <a:pPr marL="0" lvl="0" indent="0" algn="just">
              <a:spcAft>
                <a:spcPts val="1200"/>
              </a:spcAft>
              <a:buNone/>
            </a:pPr>
            <a:r>
              <a:rPr lang="en-IN" dirty="0"/>
              <a:t>	- Contribution to community development.</a:t>
            </a:r>
          </a:p>
          <a:p>
            <a:pPr marL="0" indent="0" algn="just">
              <a:spcAft>
                <a:spcPts val="1200"/>
              </a:spcAft>
              <a:buNone/>
            </a:pPr>
            <a:r>
              <a:rPr lang="en-IN" dirty="0"/>
              <a:t>	- </a:t>
            </a:r>
            <a:r>
              <a:rPr lang="en-US" dirty="0"/>
              <a:t>Encourages open collaboration and innovation.</a:t>
            </a:r>
          </a:p>
          <a:p>
            <a:pPr marL="0" lvl="0" indent="0"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74623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ALTERNATIVES FOR THE TOOL</a:t>
            </a:r>
            <a:endParaRPr dirty="0"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624405"/>
            <a:ext cx="8520600" cy="2944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>
              <a:spcAft>
                <a:spcPts val="1200"/>
              </a:spcAft>
              <a:buNone/>
            </a:pPr>
            <a:r>
              <a:rPr lang="en-IN" b="1" dirty="0" err="1"/>
              <a:t>Dialogflow</a:t>
            </a:r>
            <a:r>
              <a:rPr lang="en-IN" b="1" dirty="0"/>
              <a:t> (Google)</a:t>
            </a:r>
            <a:r>
              <a:rPr lang="en-IN" dirty="0"/>
              <a:t> – Cloud-based NLP platform for chatbots.</a:t>
            </a:r>
          </a:p>
          <a:p>
            <a:pPr marL="0" lvl="0" indent="0" algn="just">
              <a:spcAft>
                <a:spcPts val="1200"/>
              </a:spcAft>
              <a:buNone/>
            </a:pPr>
            <a:r>
              <a:rPr lang="en-IN" b="1" dirty="0"/>
              <a:t>Microsoft Bot Framework</a:t>
            </a:r>
            <a:r>
              <a:rPr lang="en-IN" dirty="0"/>
              <a:t> – Enterprise-grade conversational AI.</a:t>
            </a:r>
          </a:p>
          <a:p>
            <a:pPr marL="0" lvl="0" indent="0" algn="just">
              <a:spcAft>
                <a:spcPts val="1200"/>
              </a:spcAft>
              <a:buNone/>
            </a:pPr>
            <a:r>
              <a:rPr lang="en-IN" b="1" dirty="0"/>
              <a:t>IBM Watson Assistant</a:t>
            </a:r>
            <a:r>
              <a:rPr lang="en-IN" dirty="0"/>
              <a:t> – AI service for virtual agents.</a:t>
            </a:r>
          </a:p>
          <a:p>
            <a:pPr marL="0" lvl="0" indent="0" algn="just">
              <a:spcAft>
                <a:spcPts val="1200"/>
              </a:spcAft>
              <a:buNone/>
            </a:pPr>
            <a:r>
              <a:rPr lang="en-IN" b="1" dirty="0"/>
              <a:t>Botpress</a:t>
            </a:r>
            <a:r>
              <a:rPr lang="en-IN" dirty="0"/>
              <a:t> – Open-source chatbot framework.</a:t>
            </a:r>
          </a:p>
          <a:p>
            <a:pPr marL="0" lvl="0" indent="0" algn="just">
              <a:spcAft>
                <a:spcPts val="1200"/>
              </a:spcAft>
              <a:buNone/>
            </a:pPr>
            <a:r>
              <a:rPr lang="en-IN" b="1" dirty="0"/>
              <a:t>Amazon Lex</a:t>
            </a:r>
            <a:r>
              <a:rPr lang="en-IN" dirty="0"/>
              <a:t> – AWS conversational AI service.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57462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 dirty="0"/>
              <a:t>ADVANTAGES OF USING THE TOOL</a:t>
            </a:r>
            <a:endParaRPr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290917"/>
            <a:ext cx="5142427" cy="3277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just">
              <a:spcAft>
                <a:spcPts val="1200"/>
              </a:spcAft>
              <a:buNone/>
            </a:pPr>
            <a:r>
              <a:rPr lang="en-US" b="1" dirty="0"/>
              <a:t>Open Source &amp; Free</a:t>
            </a:r>
            <a:r>
              <a:rPr lang="en-US" dirty="0"/>
              <a:t> </a:t>
            </a:r>
          </a:p>
          <a:p>
            <a:pPr marL="0" lvl="0" indent="0" algn="just">
              <a:spcAft>
                <a:spcPts val="1200"/>
              </a:spcAft>
              <a:buNone/>
            </a:pPr>
            <a:r>
              <a:rPr lang="en-US" b="1" dirty="0"/>
              <a:t>Context-Aware Conversations</a:t>
            </a:r>
            <a:r>
              <a:rPr lang="en-US" dirty="0"/>
              <a:t> </a:t>
            </a:r>
          </a:p>
          <a:p>
            <a:pPr marL="0" lvl="0" indent="0" algn="just">
              <a:spcAft>
                <a:spcPts val="1200"/>
              </a:spcAft>
              <a:buNone/>
            </a:pPr>
            <a:r>
              <a:rPr lang="en-US" b="1" dirty="0"/>
              <a:t>Customizable</a:t>
            </a:r>
            <a:r>
              <a:rPr lang="en-US" dirty="0"/>
              <a:t> </a:t>
            </a:r>
          </a:p>
          <a:p>
            <a:pPr marL="0" lvl="0" indent="0" algn="just">
              <a:spcAft>
                <a:spcPts val="1200"/>
              </a:spcAft>
              <a:buNone/>
            </a:pPr>
            <a:r>
              <a:rPr lang="en-US" b="1" dirty="0"/>
              <a:t>Supports Multiple Languages</a:t>
            </a:r>
            <a:endParaRPr lang="en-US" dirty="0"/>
          </a:p>
          <a:p>
            <a:pPr marL="0" lvl="0" indent="0" algn="just">
              <a:spcAft>
                <a:spcPts val="1200"/>
              </a:spcAft>
              <a:buNone/>
            </a:pPr>
            <a:r>
              <a:rPr lang="en-US" b="1" dirty="0"/>
              <a:t>Active Community Support</a:t>
            </a:r>
            <a:endParaRPr lang="en-US" dirty="0"/>
          </a:p>
          <a:p>
            <a:pPr marL="0" lvl="0" indent="0">
              <a:spcAft>
                <a:spcPts val="1200"/>
              </a:spcAft>
              <a:buNone/>
            </a:pPr>
            <a:r>
              <a:rPr lang="en-US" b="1" dirty="0"/>
              <a:t>Full data privacy &amp; control</a:t>
            </a:r>
          </a:p>
          <a:p>
            <a:pPr marL="0" lvl="0" indent="0"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68DD8ED-1F61-7CD7-0969-097E951FA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756" y="1270359"/>
            <a:ext cx="3840479" cy="29368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C856DCFE-4E83-73EE-DBB5-3FD6B9984ABE}"/>
              </a:ext>
            </a:extLst>
          </p:cNvPr>
          <p:cNvSpPr txBox="1"/>
          <p:nvPr/>
        </p:nvSpPr>
        <p:spPr>
          <a:xfrm>
            <a:off x="5252421" y="4281655"/>
            <a:ext cx="30175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1">
                    <a:lumMod val="85000"/>
                  </a:schemeClr>
                </a:solidFill>
              </a:rPr>
              <a:t>RASA 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Installation Steps(In linux)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lvl="0">
              <a:spcAft>
                <a:spcPts val="1200"/>
              </a:spcAft>
              <a:buAutoNum type="arabicPeriod"/>
            </a:pPr>
            <a:r>
              <a:rPr lang="en-IN" dirty="0"/>
              <a:t>Update packages:</a:t>
            </a:r>
          </a:p>
          <a:p>
            <a:pPr marL="342900" lvl="0">
              <a:spcAft>
                <a:spcPts val="1200"/>
              </a:spcAft>
              <a:buAutoNum type="arabicPeriod"/>
            </a:pPr>
            <a:endParaRPr lang="en-IN" dirty="0"/>
          </a:p>
          <a:p>
            <a:pPr marL="342900" lvl="0">
              <a:spcAft>
                <a:spcPts val="1200"/>
              </a:spcAft>
              <a:buAutoNum type="arabicPeriod"/>
            </a:pPr>
            <a:r>
              <a:rPr lang="en-IN" dirty="0"/>
              <a:t>Install Python &amp; pip:</a:t>
            </a:r>
          </a:p>
          <a:p>
            <a:pPr marL="342900" lvl="0">
              <a:spcAft>
                <a:spcPts val="1200"/>
              </a:spcAft>
              <a:buAutoNum type="arabicPeriod"/>
            </a:pPr>
            <a:endParaRPr lang="en-IN" dirty="0"/>
          </a:p>
          <a:p>
            <a:pPr marL="342900" lvl="0">
              <a:spcAft>
                <a:spcPts val="1200"/>
              </a:spcAft>
              <a:buAutoNum type="arabicPeriod"/>
            </a:pPr>
            <a:r>
              <a:rPr lang="en-IN" dirty="0"/>
              <a:t>Create virtual environment:</a:t>
            </a:r>
          </a:p>
          <a:p>
            <a:pPr marL="482600" lvl="1" indent="0">
              <a:spcAft>
                <a:spcPts val="1200"/>
              </a:spcAft>
              <a:buNone/>
            </a:pPr>
            <a:endParaRPr lang="en-IN" dirty="0"/>
          </a:p>
          <a:p>
            <a:pPr marL="0" lvl="0" indent="0">
              <a:spcAft>
                <a:spcPts val="1200"/>
              </a:spcAft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F539B59-F18B-570A-7EC7-01C5AD2B9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54" y="1704337"/>
            <a:ext cx="7608345" cy="2977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B4525737-3567-5DE3-009A-F8FD3D6AE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247" y="2745400"/>
            <a:ext cx="7530352" cy="2260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9497602-7EB8-D6EA-D657-89940A61F83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590" b="24913"/>
          <a:stretch>
            <a:fillRect/>
          </a:stretch>
        </p:blipFill>
        <p:spPr>
          <a:xfrm>
            <a:off x="660250" y="3657137"/>
            <a:ext cx="7530352" cy="2260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77033B1-CEB6-6C74-AE00-0462BAEAD0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253" y="4085524"/>
            <a:ext cx="7371679" cy="4731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xmlns="" id="{1A35A05B-3DE5-280E-30B5-7E0A2B032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>
            <a:extLst>
              <a:ext uri="{FF2B5EF4-FFF2-40B4-BE49-F238E27FC236}">
                <a16:creationId xmlns:a16="http://schemas.microsoft.com/office/drawing/2014/main" xmlns="" id="{2F6F0C94-2C36-D7E5-23FD-DAADD0FB19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Installation Steps(In linux)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85" name="Google Shape;85;p18">
            <a:extLst>
              <a:ext uri="{FF2B5EF4-FFF2-40B4-BE49-F238E27FC236}">
                <a16:creationId xmlns:a16="http://schemas.microsoft.com/office/drawing/2014/main" xmlns="" id="{F00A4A80-A368-EF95-ABAC-6D90DED322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en-IN" dirty="0"/>
              <a:t>4. Install Rasa: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IN" dirty="0"/>
              <a:t>	</a:t>
            </a:r>
          </a:p>
          <a:p>
            <a:pPr marL="0" lvl="0" indent="0">
              <a:spcAft>
                <a:spcPts val="1200"/>
              </a:spcAft>
              <a:buNone/>
            </a:pPr>
            <a:endParaRPr lang="en-IN" dirty="0"/>
          </a:p>
          <a:p>
            <a:pPr marL="0" lvl="0" indent="0">
              <a:spcAft>
                <a:spcPts val="1200"/>
              </a:spcAft>
              <a:buNone/>
            </a:pPr>
            <a:r>
              <a:rPr lang="en-IN" dirty="0"/>
              <a:t>5. Verify installation:</a:t>
            </a:r>
          </a:p>
          <a:p>
            <a:pPr marL="0" lvl="0" indent="0">
              <a:spcAft>
                <a:spcPts val="1200"/>
              </a:spcAft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23C5AD8-F7F1-50B7-62DF-B751F9A1CB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" t="6928" r="-146" b="2119"/>
          <a:stretch>
            <a:fillRect/>
          </a:stretch>
        </p:blipFill>
        <p:spPr>
          <a:xfrm>
            <a:off x="534913" y="1764253"/>
            <a:ext cx="7371958" cy="4619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BB91145-FE9D-3254-AD0C-77C08A2BE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13" y="3071208"/>
            <a:ext cx="6486861" cy="1839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634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Screenshot of our work (Module wise)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91" name="Google Shape;91;p19"/>
          <p:cNvSpPr txBox="1">
            <a:spLocks noGrp="1"/>
          </p:cNvSpPr>
          <p:nvPr>
            <p:ph type="body" idx="1"/>
          </p:nvPr>
        </p:nvSpPr>
        <p:spPr>
          <a:xfrm>
            <a:off x="41732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IN" dirty="0" smtClean="0"/>
              <a:t>1.Initializing rasa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lang="en-IN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lang="en-IN" dirty="0" smtClean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lang="en-IN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lang="en-IN" dirty="0" smtClean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lang="en-IN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lang="en-IN" dirty="0" smtClean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lang="en-IN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lang="en-IN" dirty="0" smtClean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lang="en-IN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lang="en-IN" dirty="0" smtClean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15" y="1625150"/>
            <a:ext cx="8171871" cy="278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15" y="1963225"/>
            <a:ext cx="7339453" cy="1398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15" y="3469244"/>
            <a:ext cx="6869113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119" y="327048"/>
            <a:ext cx="8520600" cy="3801313"/>
          </a:xfrm>
        </p:spPr>
        <p:txBody>
          <a:bodyPr/>
          <a:lstStyle/>
          <a:p>
            <a:r>
              <a:rPr lang="en-IN" dirty="0" smtClean="0"/>
              <a:t>Initially trained automatically</a:t>
            </a:r>
          </a:p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00" y="810551"/>
            <a:ext cx="8291964" cy="294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500" y="1216027"/>
            <a:ext cx="5993860" cy="1760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5280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Actions.py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276974" y="983768"/>
            <a:ext cx="2555325" cy="3890930"/>
          </a:xfrm>
        </p:spPr>
        <p:txBody>
          <a:bodyPr/>
          <a:lstStyle/>
          <a:p>
            <a:pPr marL="114300" indent="0">
              <a:buNone/>
            </a:pPr>
            <a:r>
              <a:rPr lang="en-IN" dirty="0" err="1" smtClean="0"/>
              <a:t>easyocr</a:t>
            </a:r>
            <a:r>
              <a:rPr lang="en-IN" dirty="0" smtClean="0"/>
              <a:t>- to recognize the characters from image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r>
              <a:rPr lang="en-IN" dirty="0" smtClean="0"/>
              <a:t>Translator will translate the characters detected from </a:t>
            </a:r>
            <a:r>
              <a:rPr lang="en-IN" dirty="0" err="1" smtClean="0"/>
              <a:t>easyocr</a:t>
            </a:r>
            <a:r>
              <a:rPr lang="en-IN" dirty="0" smtClean="0"/>
              <a:t>.</a:t>
            </a:r>
            <a:endParaRPr lang="en-IN" dirty="0"/>
          </a:p>
        </p:txBody>
      </p:sp>
      <p:sp>
        <p:nvSpPr>
          <p:cNvPr id="4" name="AutoShape 2" descr="blob:https://web.whatsapp.com/33341920-2605-4e30-9083-b66a20855c88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32615"/>
            <a:ext cx="6276975" cy="3895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7988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492" y="919396"/>
            <a:ext cx="7804986" cy="3474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8511842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216</Words>
  <Application>Microsoft Office PowerPoint</Application>
  <PresentationFormat>On-screen Show (16:9)</PresentationFormat>
  <Paragraphs>56</Paragraphs>
  <Slides>11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Simple Dark</vt:lpstr>
      <vt:lpstr>FOSS PROJECT DEMO</vt:lpstr>
      <vt:lpstr>INTRODUCTION OF TOOL - RASA</vt:lpstr>
      <vt:lpstr>LICENSES OF THE TOOL</vt:lpstr>
      <vt:lpstr>ALTERNATIVES FOR THE TOOL</vt:lpstr>
      <vt:lpstr>ADVANTAGES OF USING THE TOOL</vt:lpstr>
      <vt:lpstr> Installation Steps(In linux)  </vt:lpstr>
      <vt:lpstr> Installation Steps(In linux)  </vt:lpstr>
      <vt:lpstr>Screenshot of our work (Module wise)  </vt:lpstr>
      <vt:lpstr>PowerPoint Presentation</vt:lpstr>
      <vt:lpstr>Actions.py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FOSS PROJECT DEMO</dc:title>
  <dc:creator>Renuga Ramesh</dc:creator>
  <cp:lastModifiedBy>ARVIND</cp:lastModifiedBy>
  <cp:revision>7</cp:revision>
  <dcterms:modified xsi:type="dcterms:W3CDTF">2025-08-26T15:12:11Z</dcterms:modified>
</cp:coreProperties>
</file>